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801600" cy="9601200" type="A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" roundtripDataSignature="AMtx7mipcGu7gVNi8w4b+MWiNz0QV/4b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1D3645-EAD2-4B7C-A6B3-A37FA67D2C81}" v="63" dt="2026-05-05T20:53:35.248"/>
  </p1510:revLst>
</p1510:revInfo>
</file>

<file path=ppt/tableStyles.xml><?xml version="1.0" encoding="utf-8"?>
<a:tblStyleLst xmlns:a="http://schemas.openxmlformats.org/drawingml/2006/main" def="{E114D155-64BE-43B4-A011-5A971EDEBE05}">
  <a:tblStyle styleId="{E114D155-64BE-43B4-A011-5A971EDEBE0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Estilo com Tema 1 - Ênfas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Estilo com Tema 1 - Ênfas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Estilo com Tema 2 - Ênfas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15" autoAdjust="0"/>
    <p:restoredTop sz="94660"/>
  </p:normalViewPr>
  <p:slideViewPr>
    <p:cSldViewPr snapToGrid="0">
      <p:cViewPr varScale="1">
        <p:scale>
          <a:sx n="53" d="100"/>
          <a:sy n="53" d="100"/>
        </p:scale>
        <p:origin x="209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customschemas.google.com/relationships/presentationmetadata" Target="metadata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Z EDUARDO DE MORAIS RODRIGUES" userId="bfac47e1-1a84-4aac-8dda-d179b6c484e5" providerId="ADAL" clId="{6CFBF6FB-C771-4B35-A5B6-8FFBFC313728}"/>
    <pc:docChg chg="undo custSel modSld modMainMaster">
      <pc:chgData name="LUIZ EDUARDO DE MORAIS RODRIGUES" userId="bfac47e1-1a84-4aac-8dda-d179b6c484e5" providerId="ADAL" clId="{6CFBF6FB-C771-4B35-A5B6-8FFBFC313728}" dt="2026-05-05T20:53:44.031" v="979" actId="242"/>
      <pc:docMkLst>
        <pc:docMk/>
      </pc:docMkLst>
      <pc:sldChg chg="addSp delSp modSp mod modClrScheme chgLayout">
        <pc:chgData name="LUIZ EDUARDO DE MORAIS RODRIGUES" userId="bfac47e1-1a84-4aac-8dda-d179b6c484e5" providerId="ADAL" clId="{6CFBF6FB-C771-4B35-A5B6-8FFBFC313728}" dt="2026-05-05T20:53:44.031" v="979" actId="242"/>
        <pc:sldMkLst>
          <pc:docMk/>
          <pc:sldMk cId="0" sldId="256"/>
        </pc:sldMkLst>
        <pc:spChg chg="add mod">
          <ac:chgData name="LUIZ EDUARDO DE MORAIS RODRIGUES" userId="bfac47e1-1a84-4aac-8dda-d179b6c484e5" providerId="ADAL" clId="{6CFBF6FB-C771-4B35-A5B6-8FFBFC313728}" dt="2026-05-05T19:59:27.947" v="260" actId="20577"/>
          <ac:spMkLst>
            <pc:docMk/>
            <pc:sldMk cId="0" sldId="256"/>
            <ac:spMk id="4" creationId="{DD3E6114-CFAC-923B-2692-C93FE29AA23C}"/>
          </ac:spMkLst>
        </pc:spChg>
        <pc:spChg chg="del mod">
          <ac:chgData name="LUIZ EDUARDO DE MORAIS RODRIGUES" userId="bfac47e1-1a84-4aac-8dda-d179b6c484e5" providerId="ADAL" clId="{6CFBF6FB-C771-4B35-A5B6-8FFBFC313728}" dt="2026-05-05T20:50:00.982" v="898" actId="478"/>
          <ac:spMkLst>
            <pc:docMk/>
            <pc:sldMk cId="0" sldId="256"/>
            <ac:spMk id="5" creationId="{F7BC3D11-6083-6E87-E005-91E573A159E9}"/>
          </ac:spMkLst>
        </pc:spChg>
        <pc:spChg chg="add del mod">
          <ac:chgData name="LUIZ EDUARDO DE MORAIS RODRIGUES" userId="bfac47e1-1a84-4aac-8dda-d179b6c484e5" providerId="ADAL" clId="{6CFBF6FB-C771-4B35-A5B6-8FFBFC313728}" dt="2026-05-05T20:45:01.045" v="831" actId="478"/>
          <ac:spMkLst>
            <pc:docMk/>
            <pc:sldMk cId="0" sldId="256"/>
            <ac:spMk id="6" creationId="{5512A90B-B7B3-5CF4-41F5-ADFEE39A8A13}"/>
          </ac:spMkLst>
        </pc:spChg>
        <pc:spChg chg="del mod">
          <ac:chgData name="LUIZ EDUARDO DE MORAIS RODRIGUES" userId="bfac47e1-1a84-4aac-8dda-d179b6c484e5" providerId="ADAL" clId="{6CFBF6FB-C771-4B35-A5B6-8FFBFC313728}" dt="2026-05-05T20:53:33.237" v="973" actId="478"/>
          <ac:spMkLst>
            <pc:docMk/>
            <pc:sldMk cId="0" sldId="256"/>
            <ac:spMk id="9" creationId="{C927CB8A-D9A8-FD97-46CE-725CC080622E}"/>
          </ac:spMkLst>
        </pc:spChg>
        <pc:spChg chg="add mod">
          <ac:chgData name="LUIZ EDUARDO DE MORAIS RODRIGUES" userId="bfac47e1-1a84-4aac-8dda-d179b6c484e5" providerId="ADAL" clId="{6CFBF6FB-C771-4B35-A5B6-8FFBFC313728}" dt="2026-05-05T20:17:29.769" v="480"/>
          <ac:spMkLst>
            <pc:docMk/>
            <pc:sldMk cId="0" sldId="256"/>
            <ac:spMk id="10" creationId="{CFCFBDC7-FBF5-AD59-8E82-5FD15D3E7515}"/>
          </ac:spMkLst>
        </pc:spChg>
        <pc:spChg chg="add del mod ord">
          <ac:chgData name="LUIZ EDUARDO DE MORAIS RODRIGUES" userId="bfac47e1-1a84-4aac-8dda-d179b6c484e5" providerId="ADAL" clId="{6CFBF6FB-C771-4B35-A5B6-8FFBFC313728}" dt="2026-05-05T20:44:21.359" v="823" actId="478"/>
          <ac:spMkLst>
            <pc:docMk/>
            <pc:sldMk cId="0" sldId="256"/>
            <ac:spMk id="20" creationId="{59A92A2F-E609-190F-C8FE-D4CDE31DB100}"/>
          </ac:spMkLst>
        </pc:spChg>
        <pc:spChg chg="mod topLvl">
          <ac:chgData name="LUIZ EDUARDO DE MORAIS RODRIGUES" userId="bfac47e1-1a84-4aac-8dda-d179b6c484e5" providerId="ADAL" clId="{6CFBF6FB-C771-4B35-A5B6-8FFBFC313728}" dt="2026-05-05T20:48:32.589" v="881" actId="242"/>
          <ac:spMkLst>
            <pc:docMk/>
            <pc:sldMk cId="0" sldId="256"/>
            <ac:spMk id="89" creationId="{00000000-0000-0000-0000-000000000000}"/>
          </ac:spMkLst>
        </pc:spChg>
        <pc:spChg chg="del">
          <ac:chgData name="LUIZ EDUARDO DE MORAIS RODRIGUES" userId="bfac47e1-1a84-4aac-8dda-d179b6c484e5" providerId="ADAL" clId="{6CFBF6FB-C771-4B35-A5B6-8FFBFC313728}" dt="2026-05-05T19:50:20.377" v="79" actId="478"/>
          <ac:spMkLst>
            <pc:docMk/>
            <pc:sldMk cId="0" sldId="256"/>
            <ac:spMk id="90" creationId="{00000000-0000-0000-0000-000000000000}"/>
          </ac:spMkLst>
        </pc:spChg>
        <pc:spChg chg="mod">
          <ac:chgData name="LUIZ EDUARDO DE MORAIS RODRIGUES" userId="bfac47e1-1a84-4aac-8dda-d179b6c484e5" providerId="ADAL" clId="{6CFBF6FB-C771-4B35-A5B6-8FFBFC313728}" dt="2026-05-05T20:48:47.851" v="884"/>
          <ac:spMkLst>
            <pc:docMk/>
            <pc:sldMk cId="0" sldId="256"/>
            <ac:spMk id="91" creationId="{00000000-0000-0000-0000-000000000000}"/>
          </ac:spMkLst>
        </pc:spChg>
        <pc:spChg chg="mod topLvl">
          <ac:chgData name="LUIZ EDUARDO DE MORAIS RODRIGUES" userId="bfac47e1-1a84-4aac-8dda-d179b6c484e5" providerId="ADAL" clId="{6CFBF6FB-C771-4B35-A5B6-8FFBFC313728}" dt="2026-05-05T20:49:33.925" v="893" actId="113"/>
          <ac:spMkLst>
            <pc:docMk/>
            <pc:sldMk cId="0" sldId="256"/>
            <ac:spMk id="92" creationId="{00000000-0000-0000-0000-000000000000}"/>
          </ac:spMkLst>
        </pc:spChg>
        <pc:spChg chg="mod topLvl">
          <ac:chgData name="LUIZ EDUARDO DE MORAIS RODRIGUES" userId="bfac47e1-1a84-4aac-8dda-d179b6c484e5" providerId="ADAL" clId="{6CFBF6FB-C771-4B35-A5B6-8FFBFC313728}" dt="2026-05-05T20:50:11.757" v="902" actId="242"/>
          <ac:spMkLst>
            <pc:docMk/>
            <pc:sldMk cId="0" sldId="256"/>
            <ac:spMk id="93" creationId="{00000000-0000-0000-0000-000000000000}"/>
          </ac:spMkLst>
        </pc:spChg>
        <pc:spChg chg="mod">
          <ac:chgData name="LUIZ EDUARDO DE MORAIS RODRIGUES" userId="bfac47e1-1a84-4aac-8dda-d179b6c484e5" providerId="ADAL" clId="{6CFBF6FB-C771-4B35-A5B6-8FFBFC313728}" dt="2026-05-05T20:53:44.031" v="979" actId="242"/>
          <ac:spMkLst>
            <pc:docMk/>
            <pc:sldMk cId="0" sldId="256"/>
            <ac:spMk id="94" creationId="{00000000-0000-0000-0000-000000000000}"/>
          </ac:spMkLst>
        </pc:spChg>
        <pc:spChg chg="mod topLvl">
          <ac:chgData name="LUIZ EDUARDO DE MORAIS RODRIGUES" userId="bfac47e1-1a84-4aac-8dda-d179b6c484e5" providerId="ADAL" clId="{6CFBF6FB-C771-4B35-A5B6-8FFBFC313728}" dt="2026-05-05T20:02:27.089" v="299" actId="20577"/>
          <ac:spMkLst>
            <pc:docMk/>
            <pc:sldMk cId="0" sldId="256"/>
            <ac:spMk id="95" creationId="{00000000-0000-0000-0000-000000000000}"/>
          </ac:spMkLst>
        </pc:spChg>
        <pc:spChg chg="del mod topLvl">
          <ac:chgData name="LUIZ EDUARDO DE MORAIS RODRIGUES" userId="bfac47e1-1a84-4aac-8dda-d179b6c484e5" providerId="ADAL" clId="{6CFBF6FB-C771-4B35-A5B6-8FFBFC313728}" dt="2026-05-05T20:47:37.710" v="869" actId="478"/>
          <ac:spMkLst>
            <pc:docMk/>
            <pc:sldMk cId="0" sldId="256"/>
            <ac:spMk id="96" creationId="{00000000-0000-0000-0000-000000000000}"/>
          </ac:spMkLst>
        </pc:spChg>
        <pc:spChg chg="del mod">
          <ac:chgData name="LUIZ EDUARDO DE MORAIS RODRIGUES" userId="bfac47e1-1a84-4aac-8dda-d179b6c484e5" providerId="ADAL" clId="{6CFBF6FB-C771-4B35-A5B6-8FFBFC313728}" dt="2026-05-05T19:50:17.337" v="78" actId="478"/>
          <ac:spMkLst>
            <pc:docMk/>
            <pc:sldMk cId="0" sldId="256"/>
            <ac:spMk id="99" creationId="{00000000-0000-0000-0000-000000000000}"/>
          </ac:spMkLst>
        </pc:spChg>
        <pc:spChg chg="del">
          <ac:chgData name="LUIZ EDUARDO DE MORAIS RODRIGUES" userId="bfac47e1-1a84-4aac-8dda-d179b6c484e5" providerId="ADAL" clId="{6CFBF6FB-C771-4B35-A5B6-8FFBFC313728}" dt="2026-05-05T19:41:42.777" v="2" actId="478"/>
          <ac:spMkLst>
            <pc:docMk/>
            <pc:sldMk cId="0" sldId="256"/>
            <ac:spMk id="101" creationId="{00000000-0000-0000-0000-000000000000}"/>
          </ac:spMkLst>
        </pc:spChg>
        <pc:spChg chg="del mod topLvl">
          <ac:chgData name="LUIZ EDUARDO DE MORAIS RODRIGUES" userId="bfac47e1-1a84-4aac-8dda-d179b6c484e5" providerId="ADAL" clId="{6CFBF6FB-C771-4B35-A5B6-8FFBFC313728}" dt="2026-05-05T20:48:10.254" v="876" actId="478"/>
          <ac:spMkLst>
            <pc:docMk/>
            <pc:sldMk cId="0" sldId="256"/>
            <ac:spMk id="102" creationId="{00000000-0000-0000-0000-000000000000}"/>
          </ac:spMkLst>
        </pc:spChg>
        <pc:spChg chg="del mod topLvl">
          <ac:chgData name="LUIZ EDUARDO DE MORAIS RODRIGUES" userId="bfac47e1-1a84-4aac-8dda-d179b6c484e5" providerId="ADAL" clId="{6CFBF6FB-C771-4B35-A5B6-8FFBFC313728}" dt="2026-05-05T20:05:50.217" v="359" actId="478"/>
          <ac:spMkLst>
            <pc:docMk/>
            <pc:sldMk cId="0" sldId="256"/>
            <ac:spMk id="104" creationId="{00000000-0000-0000-0000-000000000000}"/>
          </ac:spMkLst>
        </pc:spChg>
        <pc:spChg chg="del mod topLvl">
          <ac:chgData name="LUIZ EDUARDO DE MORAIS RODRIGUES" userId="bfac47e1-1a84-4aac-8dda-d179b6c484e5" providerId="ADAL" clId="{6CFBF6FB-C771-4B35-A5B6-8FFBFC313728}" dt="2026-05-05T20:49:16.462" v="887" actId="478"/>
          <ac:spMkLst>
            <pc:docMk/>
            <pc:sldMk cId="0" sldId="256"/>
            <ac:spMk id="105" creationId="{00000000-0000-0000-0000-000000000000}"/>
          </ac:spMkLst>
        </pc:spChg>
        <pc:spChg chg="del mod">
          <ac:chgData name="LUIZ EDUARDO DE MORAIS RODRIGUES" userId="bfac47e1-1a84-4aac-8dda-d179b6c484e5" providerId="ADAL" clId="{6CFBF6FB-C771-4B35-A5B6-8FFBFC313728}" dt="2026-05-05T19:59:43.643" v="261" actId="478"/>
          <ac:spMkLst>
            <pc:docMk/>
            <pc:sldMk cId="0" sldId="256"/>
            <ac:spMk id="106" creationId="{00000000-0000-0000-0000-000000000000}"/>
          </ac:spMkLst>
        </pc:spChg>
        <pc:spChg chg="del mod">
          <ac:chgData name="LUIZ EDUARDO DE MORAIS RODRIGUES" userId="bfac47e1-1a84-4aac-8dda-d179b6c484e5" providerId="ADAL" clId="{6CFBF6FB-C771-4B35-A5B6-8FFBFC313728}" dt="2026-05-05T19:59:47.042" v="262" actId="478"/>
          <ac:spMkLst>
            <pc:docMk/>
            <pc:sldMk cId="0" sldId="256"/>
            <ac:spMk id="107" creationId="{00000000-0000-0000-0000-000000000000}"/>
          </ac:spMkLst>
        </pc:spChg>
        <pc:spChg chg="del mod">
          <ac:chgData name="LUIZ EDUARDO DE MORAIS RODRIGUES" userId="bfac47e1-1a84-4aac-8dda-d179b6c484e5" providerId="ADAL" clId="{6CFBF6FB-C771-4B35-A5B6-8FFBFC313728}" dt="2026-05-05T19:55:42.995" v="101" actId="478"/>
          <ac:spMkLst>
            <pc:docMk/>
            <pc:sldMk cId="0" sldId="256"/>
            <ac:spMk id="108" creationId="{00000000-0000-0000-0000-000000000000}"/>
          </ac:spMkLst>
        </pc:spChg>
        <pc:spChg chg="del mod">
          <ac:chgData name="LUIZ EDUARDO DE MORAIS RODRIGUES" userId="bfac47e1-1a84-4aac-8dda-d179b6c484e5" providerId="ADAL" clId="{6CFBF6FB-C771-4B35-A5B6-8FFBFC313728}" dt="2026-05-05T19:55:46.081" v="102" actId="478"/>
          <ac:spMkLst>
            <pc:docMk/>
            <pc:sldMk cId="0" sldId="256"/>
            <ac:spMk id="109" creationId="{00000000-0000-0000-0000-000000000000}"/>
          </ac:spMkLst>
        </pc:spChg>
        <pc:spChg chg="del mod topLvl">
          <ac:chgData name="LUIZ EDUARDO DE MORAIS RODRIGUES" userId="bfac47e1-1a84-4aac-8dda-d179b6c484e5" providerId="ADAL" clId="{6CFBF6FB-C771-4B35-A5B6-8FFBFC313728}" dt="2026-05-05T20:44:58.694" v="830" actId="478"/>
          <ac:spMkLst>
            <pc:docMk/>
            <pc:sldMk cId="0" sldId="256"/>
            <ac:spMk id="110" creationId="{00000000-0000-0000-0000-000000000000}"/>
          </ac:spMkLst>
        </pc:spChg>
        <pc:spChg chg="del mod">
          <ac:chgData name="LUIZ EDUARDO DE MORAIS RODRIGUES" userId="bfac47e1-1a84-4aac-8dda-d179b6c484e5" providerId="ADAL" clId="{6CFBF6FB-C771-4B35-A5B6-8FFBFC313728}" dt="2026-05-05T20:45:03.406" v="832" actId="478"/>
          <ac:spMkLst>
            <pc:docMk/>
            <pc:sldMk cId="0" sldId="256"/>
            <ac:spMk id="111" creationId="{00000000-0000-0000-0000-000000000000}"/>
          </ac:spMkLst>
        </pc:spChg>
        <pc:spChg chg="del mod topLvl">
          <ac:chgData name="LUIZ EDUARDO DE MORAIS RODRIGUES" userId="bfac47e1-1a84-4aac-8dda-d179b6c484e5" providerId="ADAL" clId="{6CFBF6FB-C771-4B35-A5B6-8FFBFC313728}" dt="2026-05-05T20:45:05.422" v="833" actId="478"/>
          <ac:spMkLst>
            <pc:docMk/>
            <pc:sldMk cId="0" sldId="256"/>
            <ac:spMk id="112" creationId="{00000000-0000-0000-0000-000000000000}"/>
          </ac:spMkLst>
        </pc:spChg>
        <pc:spChg chg="del mod">
          <ac:chgData name="LUIZ EDUARDO DE MORAIS RODRIGUES" userId="bfac47e1-1a84-4aac-8dda-d179b6c484e5" providerId="ADAL" clId="{6CFBF6FB-C771-4B35-A5B6-8FFBFC313728}" dt="2026-05-05T20:45:07.229" v="834" actId="478"/>
          <ac:spMkLst>
            <pc:docMk/>
            <pc:sldMk cId="0" sldId="256"/>
            <ac:spMk id="113" creationId="{00000000-0000-0000-0000-000000000000}"/>
          </ac:spMkLst>
        </pc:spChg>
        <pc:grpChg chg="add del mod">
          <ac:chgData name="LUIZ EDUARDO DE MORAIS RODRIGUES" userId="bfac47e1-1a84-4aac-8dda-d179b6c484e5" providerId="ADAL" clId="{6CFBF6FB-C771-4B35-A5B6-8FFBFC313728}" dt="2026-05-05T19:54:09.694" v="100" actId="478"/>
          <ac:grpSpMkLst>
            <pc:docMk/>
            <pc:sldMk cId="0" sldId="256"/>
            <ac:grpSpMk id="88" creationId="{00000000-0000-0000-0000-000000000000}"/>
          </ac:grpSpMkLst>
        </pc:grpChg>
        <pc:graphicFrameChg chg="add mod">
          <ac:chgData name="LUIZ EDUARDO DE MORAIS RODRIGUES" userId="bfac47e1-1a84-4aac-8dda-d179b6c484e5" providerId="ADAL" clId="{6CFBF6FB-C771-4B35-A5B6-8FFBFC313728}" dt="2026-05-05T20:17:26.816" v="477"/>
          <ac:graphicFrameMkLst>
            <pc:docMk/>
            <pc:sldMk cId="0" sldId="256"/>
            <ac:graphicFrameMk id="8" creationId="{B50DD2A1-EF1B-BE5D-745E-AAE667DAF5B2}"/>
          </ac:graphicFrameMkLst>
        </pc:graphicFrameChg>
        <pc:graphicFrameChg chg="add del">
          <ac:chgData name="LUIZ EDUARDO DE MORAIS RODRIGUES" userId="bfac47e1-1a84-4aac-8dda-d179b6c484e5" providerId="ADAL" clId="{6CFBF6FB-C771-4B35-A5B6-8FFBFC313728}" dt="2026-05-05T20:21:54.570" v="577" actId="478"/>
          <ac:graphicFrameMkLst>
            <pc:docMk/>
            <pc:sldMk cId="0" sldId="256"/>
            <ac:graphicFrameMk id="12" creationId="{863124EC-339A-518D-D00A-100F27E13356}"/>
          </ac:graphicFrameMkLst>
        </pc:graphicFrameChg>
        <pc:graphicFrameChg chg="add del mod">
          <ac:chgData name="LUIZ EDUARDO DE MORAIS RODRIGUES" userId="bfac47e1-1a84-4aac-8dda-d179b6c484e5" providerId="ADAL" clId="{6CFBF6FB-C771-4B35-A5B6-8FFBFC313728}" dt="2026-05-05T20:22:26.595" v="581" actId="478"/>
          <ac:graphicFrameMkLst>
            <pc:docMk/>
            <pc:sldMk cId="0" sldId="256"/>
            <ac:graphicFrameMk id="13" creationId="{CA9BEC5F-6D60-D58F-9627-6E51FEB95263}"/>
          </ac:graphicFrameMkLst>
        </pc:graphicFrameChg>
        <pc:graphicFrameChg chg="add mod">
          <ac:chgData name="LUIZ EDUARDO DE MORAIS RODRIGUES" userId="bfac47e1-1a84-4aac-8dda-d179b6c484e5" providerId="ADAL" clId="{6CFBF6FB-C771-4B35-A5B6-8FFBFC313728}" dt="2026-05-05T20:22:29.640" v="582"/>
          <ac:graphicFrameMkLst>
            <pc:docMk/>
            <pc:sldMk cId="0" sldId="256"/>
            <ac:graphicFrameMk id="14" creationId="{E7064026-BAC3-DD68-B633-C2D4EBFD4C40}"/>
          </ac:graphicFrameMkLst>
        </pc:graphicFrameChg>
        <pc:graphicFrameChg chg="add del mod">
          <ac:chgData name="LUIZ EDUARDO DE MORAIS RODRIGUES" userId="bfac47e1-1a84-4aac-8dda-d179b6c484e5" providerId="ADAL" clId="{6CFBF6FB-C771-4B35-A5B6-8FFBFC313728}" dt="2026-05-05T20:22:51.879" v="585" actId="478"/>
          <ac:graphicFrameMkLst>
            <pc:docMk/>
            <pc:sldMk cId="0" sldId="256"/>
            <ac:graphicFrameMk id="15" creationId="{DB9FE648-F8CD-4B17-12F7-3BA333BDCAAF}"/>
          </ac:graphicFrameMkLst>
        </pc:graphicFrameChg>
        <pc:graphicFrameChg chg="add del">
          <ac:chgData name="LUIZ EDUARDO DE MORAIS RODRIGUES" userId="bfac47e1-1a84-4aac-8dda-d179b6c484e5" providerId="ADAL" clId="{6CFBF6FB-C771-4B35-A5B6-8FFBFC313728}" dt="2026-05-05T20:23:04.227" v="587" actId="478"/>
          <ac:graphicFrameMkLst>
            <pc:docMk/>
            <pc:sldMk cId="0" sldId="256"/>
            <ac:graphicFrameMk id="16" creationId="{ECE9DA13-9E4C-D9F7-E50C-645D375DD101}"/>
          </ac:graphicFrameMkLst>
        </pc:graphicFrameChg>
        <pc:graphicFrameChg chg="add mod modGraphic">
          <ac:chgData name="LUIZ EDUARDO DE MORAIS RODRIGUES" userId="bfac47e1-1a84-4aac-8dda-d179b6c484e5" providerId="ADAL" clId="{6CFBF6FB-C771-4B35-A5B6-8FFBFC313728}" dt="2026-05-05T20:49:02.356" v="885" actId="1076"/>
          <ac:graphicFrameMkLst>
            <pc:docMk/>
            <pc:sldMk cId="0" sldId="256"/>
            <ac:graphicFrameMk id="17" creationId="{B3D9A274-B178-B58C-2FCF-CA6BDEAA9357}"/>
          </ac:graphicFrameMkLst>
        </pc:graphicFrameChg>
        <pc:graphicFrameChg chg="del mod modGraphic">
          <ac:chgData name="LUIZ EDUARDO DE MORAIS RODRIGUES" userId="bfac47e1-1a84-4aac-8dda-d179b6c484e5" providerId="ADAL" clId="{6CFBF6FB-C771-4B35-A5B6-8FFBFC313728}" dt="2026-05-05T20:05:52.965" v="360" actId="478"/>
          <ac:graphicFrameMkLst>
            <pc:docMk/>
            <pc:sldMk cId="0" sldId="256"/>
            <ac:graphicFrameMk id="25" creationId="{DFB646A0-46A0-0DDD-2B2F-86B62FEF4A1C}"/>
          </ac:graphicFrameMkLst>
        </pc:graphicFrameChg>
        <pc:picChg chg="del">
          <ac:chgData name="LUIZ EDUARDO DE MORAIS RODRIGUES" userId="bfac47e1-1a84-4aac-8dda-d179b6c484e5" providerId="ADAL" clId="{6CFBF6FB-C771-4B35-A5B6-8FFBFC313728}" dt="2026-05-05T19:50:13.904" v="77" actId="478"/>
          <ac:picMkLst>
            <pc:docMk/>
            <pc:sldMk cId="0" sldId="256"/>
            <ac:picMk id="7" creationId="{4AB59549-E199-C465-83DD-FF9F8B1CD481}"/>
          </ac:picMkLst>
        </pc:picChg>
        <pc:picChg chg="add del mod modCrop">
          <ac:chgData name="LUIZ EDUARDO DE MORAIS RODRIGUES" userId="bfac47e1-1a84-4aac-8dda-d179b6c484e5" providerId="ADAL" clId="{6CFBF6FB-C771-4B35-A5B6-8FFBFC313728}" dt="2026-05-05T20:45:08.453" v="835" actId="478"/>
          <ac:picMkLst>
            <pc:docMk/>
            <pc:sldMk cId="0" sldId="256"/>
            <ac:picMk id="19" creationId="{EEBC3F15-5CA8-7988-F243-DC5F184FF115}"/>
          </ac:picMkLst>
        </pc:picChg>
        <pc:picChg chg="del">
          <ac:chgData name="LUIZ EDUARDO DE MORAIS RODRIGUES" userId="bfac47e1-1a84-4aac-8dda-d179b6c484e5" providerId="ADAL" clId="{6CFBF6FB-C771-4B35-A5B6-8FFBFC313728}" dt="2026-05-05T19:41:35.814" v="0" actId="478"/>
          <ac:picMkLst>
            <pc:docMk/>
            <pc:sldMk cId="0" sldId="256"/>
            <ac:picMk id="116" creationId="{00000000-0000-0000-0000-000000000000}"/>
          </ac:picMkLst>
        </pc:picChg>
        <pc:picChg chg="del">
          <ac:chgData name="LUIZ EDUARDO DE MORAIS RODRIGUES" userId="bfac47e1-1a84-4aac-8dda-d179b6c484e5" providerId="ADAL" clId="{6CFBF6FB-C771-4B35-A5B6-8FFBFC313728}" dt="2026-05-05T19:41:37.467" v="1" actId="478"/>
          <ac:picMkLst>
            <pc:docMk/>
            <pc:sldMk cId="0" sldId="256"/>
            <ac:picMk id="117" creationId="{00000000-0000-0000-0000-000000000000}"/>
          </ac:picMkLst>
        </pc:picChg>
        <pc:cxnChg chg="del mod">
          <ac:chgData name="LUIZ EDUARDO DE MORAIS RODRIGUES" userId="bfac47e1-1a84-4aac-8dda-d179b6c484e5" providerId="ADAL" clId="{6CFBF6FB-C771-4B35-A5B6-8FFBFC313728}" dt="2026-05-05T20:05:32.001" v="354" actId="478"/>
          <ac:cxnSpMkLst>
            <pc:docMk/>
            <pc:sldMk cId="0" sldId="256"/>
            <ac:cxnSpMk id="11" creationId="{4A299B6B-2F2A-2DA7-B2E2-58B202AB79DB}"/>
          </ac:cxnSpMkLst>
        </pc:cxnChg>
      </pc:sldChg>
      <pc:sldMasterChg chg="addSp delSp modSp mod modSldLayout">
        <pc:chgData name="LUIZ EDUARDO DE MORAIS RODRIGUES" userId="bfac47e1-1a84-4aac-8dda-d179b6c484e5" providerId="ADAL" clId="{6CFBF6FB-C771-4B35-A5B6-8FFBFC313728}" dt="2026-05-05T20:44:43.779" v="828"/>
        <pc:sldMasterMkLst>
          <pc:docMk/>
          <pc:sldMasterMk cId="0" sldId="2147483648"/>
        </pc:sldMasterMkLst>
        <pc:spChg chg="add mod">
          <ac:chgData name="LUIZ EDUARDO DE MORAIS RODRIGUES" userId="bfac47e1-1a84-4aac-8dda-d179b6c484e5" providerId="ADAL" clId="{6CFBF6FB-C771-4B35-A5B6-8FFBFC313728}" dt="2026-05-05T20:44:43.779" v="828"/>
          <ac:spMkLst>
            <pc:docMk/>
            <pc:sldMasterMk cId="0" sldId="2147483648"/>
            <ac:spMk id="2" creationId="{0545FF0D-C108-7B98-CD29-75B1CE6F6BC9}"/>
          </ac:spMkLst>
        </pc:spChg>
        <pc:spChg chg="add mod">
          <ac:chgData name="LUIZ EDUARDO DE MORAIS RODRIGUES" userId="bfac47e1-1a84-4aac-8dda-d179b6c484e5" providerId="ADAL" clId="{6CFBF6FB-C771-4B35-A5B6-8FFBFC313728}" dt="2026-05-05T20:44:43.779" v="828"/>
          <ac:spMkLst>
            <pc:docMk/>
            <pc:sldMasterMk cId="0" sldId="2147483648"/>
            <ac:spMk id="3" creationId="{5179B7B0-99F1-81B0-242B-0E83611A17D5}"/>
          </ac:spMkLst>
        </pc:spChg>
        <pc:spChg chg="add mod">
          <ac:chgData name="LUIZ EDUARDO DE MORAIS RODRIGUES" userId="bfac47e1-1a84-4aac-8dda-d179b6c484e5" providerId="ADAL" clId="{6CFBF6FB-C771-4B35-A5B6-8FFBFC313728}" dt="2026-05-05T20:44:43.779" v="828"/>
          <ac:spMkLst>
            <pc:docMk/>
            <pc:sldMasterMk cId="0" sldId="2147483648"/>
            <ac:spMk id="4" creationId="{E65DA9BC-4CA7-47C0-6D4D-32F51B9BFCE5}"/>
          </ac:spMkLst>
        </pc:spChg>
        <pc:spChg chg="add mod">
          <ac:chgData name="LUIZ EDUARDO DE MORAIS RODRIGUES" userId="bfac47e1-1a84-4aac-8dda-d179b6c484e5" providerId="ADAL" clId="{6CFBF6FB-C771-4B35-A5B6-8FFBFC313728}" dt="2026-05-05T20:44:43.779" v="828"/>
          <ac:spMkLst>
            <pc:docMk/>
            <pc:sldMasterMk cId="0" sldId="2147483648"/>
            <ac:spMk id="5" creationId="{A555813F-C963-8252-AA73-CDFBCBF88DB1}"/>
          </ac:spMkLst>
        </pc:spChg>
        <pc:spChg chg="add mod">
          <ac:chgData name="LUIZ EDUARDO DE MORAIS RODRIGUES" userId="bfac47e1-1a84-4aac-8dda-d179b6c484e5" providerId="ADAL" clId="{6CFBF6FB-C771-4B35-A5B6-8FFBFC313728}" dt="2026-05-05T20:44:43.779" v="828"/>
          <ac:spMkLst>
            <pc:docMk/>
            <pc:sldMasterMk cId="0" sldId="2147483648"/>
            <ac:spMk id="6" creationId="{237A8D7A-D36A-1F64-8232-0FD8C83D3C5F}"/>
          </ac:spMkLst>
        </pc:spChg>
        <pc:spChg chg="del">
          <ac:chgData name="LUIZ EDUARDO DE MORAIS RODRIGUES" userId="bfac47e1-1a84-4aac-8dda-d179b6c484e5" providerId="ADAL" clId="{6CFBF6FB-C771-4B35-A5B6-8FFBFC313728}" dt="2026-05-05T20:44:32.687" v="824" actId="478"/>
          <ac:spMkLst>
            <pc:docMk/>
            <pc:sldMasterMk cId="0" sldId="2147483648"/>
            <ac:spMk id="10" creationId="{00000000-0000-0000-0000-000000000000}"/>
          </ac:spMkLst>
        </pc:spChg>
        <pc:spChg chg="del">
          <ac:chgData name="LUIZ EDUARDO DE MORAIS RODRIGUES" userId="bfac47e1-1a84-4aac-8dda-d179b6c484e5" providerId="ADAL" clId="{6CFBF6FB-C771-4B35-A5B6-8FFBFC313728}" dt="2026-05-05T20:44:34.063" v="825" actId="478"/>
          <ac:spMkLst>
            <pc:docMk/>
            <pc:sldMasterMk cId="0" sldId="2147483648"/>
            <ac:spMk id="11" creationId="{00000000-0000-0000-0000-000000000000}"/>
          </ac:spMkLst>
        </pc:spChg>
        <pc:spChg chg="del">
          <ac:chgData name="LUIZ EDUARDO DE MORAIS RODRIGUES" userId="bfac47e1-1a84-4aac-8dda-d179b6c484e5" providerId="ADAL" clId="{6CFBF6FB-C771-4B35-A5B6-8FFBFC313728}" dt="2026-05-05T20:44:36.470" v="826" actId="478"/>
          <ac:spMkLst>
            <pc:docMk/>
            <pc:sldMasterMk cId="0" sldId="2147483648"/>
            <ac:spMk id="12" creationId="{00000000-0000-0000-0000-000000000000}"/>
          </ac:spMkLst>
        </pc:spChg>
        <pc:spChg chg="del">
          <ac:chgData name="LUIZ EDUARDO DE MORAIS RODRIGUES" userId="bfac47e1-1a84-4aac-8dda-d179b6c484e5" providerId="ADAL" clId="{6CFBF6FB-C771-4B35-A5B6-8FFBFC313728}" dt="2026-05-05T20:44:36.470" v="826" actId="478"/>
          <ac:spMkLst>
            <pc:docMk/>
            <pc:sldMasterMk cId="0" sldId="2147483648"/>
            <ac:spMk id="13" creationId="{00000000-0000-0000-0000-000000000000}"/>
          </ac:spMkLst>
        </pc:spChg>
        <pc:spChg chg="del">
          <ac:chgData name="LUIZ EDUARDO DE MORAIS RODRIGUES" userId="bfac47e1-1a84-4aac-8dda-d179b6c484e5" providerId="ADAL" clId="{6CFBF6FB-C771-4B35-A5B6-8FFBFC313728}" dt="2026-05-05T20:44:36.470" v="826" actId="478"/>
          <ac:spMkLst>
            <pc:docMk/>
            <pc:sldMasterMk cId="0" sldId="2147483648"/>
            <ac:spMk id="14" creationId="{00000000-0000-0000-0000-000000000000}"/>
          </ac:spMkLst>
        </pc:spChg>
        <pc:picChg chg="add mod">
          <ac:chgData name="LUIZ EDUARDO DE MORAIS RODRIGUES" userId="bfac47e1-1a84-4aac-8dda-d179b6c484e5" providerId="ADAL" clId="{6CFBF6FB-C771-4B35-A5B6-8FFBFC313728}" dt="2026-05-05T20:44:43.779" v="828"/>
          <ac:picMkLst>
            <pc:docMk/>
            <pc:sldMasterMk cId="0" sldId="2147483648"/>
            <ac:picMk id="7" creationId="{E19A5B2C-288A-F4B1-D2B4-13B08EC33209}"/>
          </ac:picMkLst>
        </pc:picChg>
        <pc:sldLayoutChg chg="modSp">
          <pc:chgData name="LUIZ EDUARDO DE MORAIS RODRIGUES" userId="bfac47e1-1a84-4aac-8dda-d179b6c484e5" providerId="ADAL" clId="{6CFBF6FB-C771-4B35-A5B6-8FFBFC313728}" dt="2026-05-05T20:43:32.720" v="817" actId="735"/>
          <pc:sldLayoutMkLst>
            <pc:docMk/>
            <pc:sldMasterMk cId="0" sldId="2147483648"/>
            <pc:sldLayoutMk cId="0" sldId="2147483649"/>
          </pc:sldLayoutMkLst>
        </pc:sldLayoutChg>
        <pc:sldLayoutChg chg="modSp">
          <pc:chgData name="LUIZ EDUARDO DE MORAIS RODRIGUES" userId="bfac47e1-1a84-4aac-8dda-d179b6c484e5" providerId="ADAL" clId="{6CFBF6FB-C771-4B35-A5B6-8FFBFC313728}" dt="2026-05-05T20:43:34.960" v="818" actId="735"/>
          <pc:sldLayoutMkLst>
            <pc:docMk/>
            <pc:sldMasterMk cId="0" sldId="2147483648"/>
            <pc:sldLayoutMk cId="0" sldId="2147483650"/>
          </pc:sldLayoutMkLst>
        </pc:sldLayoutChg>
        <pc:sldLayoutChg chg="delSp mod">
          <pc:chgData name="LUIZ EDUARDO DE MORAIS RODRIGUES" userId="bfac47e1-1a84-4aac-8dda-d179b6c484e5" providerId="ADAL" clId="{6CFBF6FB-C771-4B35-A5B6-8FFBFC313728}" dt="2026-05-05T20:44:40.397" v="827" actId="478"/>
          <pc:sldLayoutMkLst>
            <pc:docMk/>
            <pc:sldMasterMk cId="0" sldId="2147483648"/>
            <pc:sldLayoutMk cId="1500844122" sldId="2147483650"/>
          </pc:sldLayoutMkLst>
          <pc:spChg chg="del">
            <ac:chgData name="LUIZ EDUARDO DE MORAIS RODRIGUES" userId="bfac47e1-1a84-4aac-8dda-d179b6c484e5" providerId="ADAL" clId="{6CFBF6FB-C771-4B35-A5B6-8FFBFC313728}" dt="2026-05-05T20:44:40.397" v="827" actId="478"/>
            <ac:spMkLst>
              <pc:docMk/>
              <pc:sldMasterMk cId="0" sldId="2147483648"/>
              <pc:sldLayoutMk cId="1500844122" sldId="2147483650"/>
              <ac:spMk id="2" creationId="{6BAC4951-D8E9-F873-8E3D-ED318E546AC0}"/>
            </ac:spMkLst>
          </pc:spChg>
          <pc:spChg chg="del">
            <ac:chgData name="LUIZ EDUARDO DE MORAIS RODRIGUES" userId="bfac47e1-1a84-4aac-8dda-d179b6c484e5" providerId="ADAL" clId="{6CFBF6FB-C771-4B35-A5B6-8FFBFC313728}" dt="2026-05-05T20:44:08.531" v="821"/>
            <ac:spMkLst>
              <pc:docMk/>
              <pc:sldMasterMk cId="0" sldId="2147483648"/>
              <pc:sldLayoutMk cId="1500844122" sldId="2147483650"/>
              <ac:spMk id="3" creationId="{AF9DBEDF-DBE7-3228-C2A9-49E33E08391D}"/>
            </ac:spMkLst>
          </pc:spChg>
          <pc:spChg chg="del">
            <ac:chgData name="LUIZ EDUARDO DE MORAIS RODRIGUES" userId="bfac47e1-1a84-4aac-8dda-d179b6c484e5" providerId="ADAL" clId="{6CFBF6FB-C771-4B35-A5B6-8FFBFC313728}" dt="2026-05-05T20:44:08.531" v="821"/>
            <ac:spMkLst>
              <pc:docMk/>
              <pc:sldMasterMk cId="0" sldId="2147483648"/>
              <pc:sldLayoutMk cId="1500844122" sldId="2147483650"/>
              <ac:spMk id="4" creationId="{E5FD0B90-FFFC-86BD-D19A-7FFF30F9B21C}"/>
            </ac:spMkLst>
          </pc:spChg>
          <pc:spChg chg="del">
            <ac:chgData name="LUIZ EDUARDO DE MORAIS RODRIGUES" userId="bfac47e1-1a84-4aac-8dda-d179b6c484e5" providerId="ADAL" clId="{6CFBF6FB-C771-4B35-A5B6-8FFBFC313728}" dt="2026-05-05T20:44:08.531" v="821"/>
            <ac:spMkLst>
              <pc:docMk/>
              <pc:sldMasterMk cId="0" sldId="2147483648"/>
              <pc:sldLayoutMk cId="1500844122" sldId="2147483650"/>
              <ac:spMk id="5" creationId="{0DE66C75-6EA2-8A91-7A0D-5F834E577204}"/>
            </ac:spMkLst>
          </pc:spChg>
        </pc:sldLayoutChg>
        <pc:sldLayoutChg chg="modSp">
          <pc:chgData name="LUIZ EDUARDO DE MORAIS RODRIGUES" userId="bfac47e1-1a84-4aac-8dda-d179b6c484e5" providerId="ADAL" clId="{6CFBF6FB-C771-4B35-A5B6-8FFBFC313728}" dt="2026-05-05T20:43:39.967" v="819" actId="735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64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844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10;p1">
            <a:extLst>
              <a:ext uri="{FF2B5EF4-FFF2-40B4-BE49-F238E27FC236}">
                <a16:creationId xmlns:a16="http://schemas.microsoft.com/office/drawing/2014/main" id="{0545FF0D-C108-7B98-CD29-75B1CE6F6BC9}"/>
              </a:ext>
            </a:extLst>
          </p:cNvPr>
          <p:cNvSpPr txBox="1"/>
          <p:nvPr userDrawn="1"/>
        </p:nvSpPr>
        <p:spPr>
          <a:xfrm rot="16200000">
            <a:off x="-492475" y="2815022"/>
            <a:ext cx="1228683" cy="27695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pt-BR" sz="1200" b="1" dirty="0">
                <a:solidFill>
                  <a:schemeClr val="lt1"/>
                </a:solidFill>
              </a:rPr>
              <a:t>D -DEFINIR</a:t>
            </a:r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11;p1">
            <a:extLst>
              <a:ext uri="{FF2B5EF4-FFF2-40B4-BE49-F238E27FC236}">
                <a16:creationId xmlns:a16="http://schemas.microsoft.com/office/drawing/2014/main" id="{5179B7B0-99F1-81B0-242B-0E83611A17D5}"/>
              </a:ext>
            </a:extLst>
          </p:cNvPr>
          <p:cNvSpPr txBox="1"/>
          <p:nvPr userDrawn="1"/>
        </p:nvSpPr>
        <p:spPr>
          <a:xfrm rot="16200000">
            <a:off x="12048476" y="1952695"/>
            <a:ext cx="1329599" cy="27695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pt-BR" sz="1200" b="1" dirty="0">
                <a:solidFill>
                  <a:schemeClr val="lt1"/>
                </a:solidFill>
              </a:rPr>
              <a:t>A- ANALISAR</a:t>
            </a:r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12;p1">
            <a:extLst>
              <a:ext uri="{FF2B5EF4-FFF2-40B4-BE49-F238E27FC236}">
                <a16:creationId xmlns:a16="http://schemas.microsoft.com/office/drawing/2014/main" id="{E65DA9BC-4CA7-47C0-6D4D-32F51B9BFCE5}"/>
              </a:ext>
            </a:extLst>
          </p:cNvPr>
          <p:cNvSpPr txBox="1"/>
          <p:nvPr userDrawn="1"/>
        </p:nvSpPr>
        <p:spPr>
          <a:xfrm rot="16200000">
            <a:off x="12012047" y="5326920"/>
            <a:ext cx="1329599" cy="27695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1200" b="1" dirty="0">
                <a:solidFill>
                  <a:schemeClr val="tx1"/>
                </a:solidFill>
              </a:rPr>
              <a:t>I - MELHORAR</a:t>
            </a: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13;p1">
            <a:extLst>
              <a:ext uri="{FF2B5EF4-FFF2-40B4-BE49-F238E27FC236}">
                <a16:creationId xmlns:a16="http://schemas.microsoft.com/office/drawing/2014/main" id="{A555813F-C963-8252-AA73-CDFBCBF88DB1}"/>
              </a:ext>
            </a:extLst>
          </p:cNvPr>
          <p:cNvSpPr txBox="1"/>
          <p:nvPr userDrawn="1"/>
        </p:nvSpPr>
        <p:spPr>
          <a:xfrm rot="16200000">
            <a:off x="11947291" y="7445460"/>
            <a:ext cx="1488140" cy="27695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pt-BR" sz="1200" b="1" dirty="0">
                <a:solidFill>
                  <a:schemeClr val="lt1"/>
                </a:solidFill>
              </a:rPr>
              <a:t>C - CONTROLAR</a:t>
            </a:r>
            <a:endParaRPr lang="pt-BR" dirty="0"/>
          </a:p>
        </p:txBody>
      </p:sp>
      <p:sp>
        <p:nvSpPr>
          <p:cNvPr id="6" name="Google Shape;110;p1">
            <a:extLst>
              <a:ext uri="{FF2B5EF4-FFF2-40B4-BE49-F238E27FC236}">
                <a16:creationId xmlns:a16="http://schemas.microsoft.com/office/drawing/2014/main" id="{237A8D7A-D36A-1F64-8232-0FD8C83D3C5F}"/>
              </a:ext>
            </a:extLst>
          </p:cNvPr>
          <p:cNvSpPr txBox="1"/>
          <p:nvPr userDrawn="1"/>
        </p:nvSpPr>
        <p:spPr>
          <a:xfrm rot="16200000">
            <a:off x="-486723" y="7145749"/>
            <a:ext cx="1228683" cy="27695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pt-BR" sz="1200" b="1" dirty="0">
                <a:solidFill>
                  <a:schemeClr val="tx1"/>
                </a:solidFill>
              </a:rPr>
              <a:t>M - MEDIR</a:t>
            </a: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19A5B2C-288A-F4B1-D2B4-13B08EC3320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7824" t="37161" r="12963" b="40194"/>
          <a:stretch>
            <a:fillRect/>
          </a:stretch>
        </p:blipFill>
        <p:spPr>
          <a:xfrm>
            <a:off x="9074555" y="8560979"/>
            <a:ext cx="3509600" cy="100332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24" userDrawn="1">
          <p15:clr>
            <a:srgbClr val="F26B43"/>
          </p15:clr>
        </p15:guide>
        <p15:guide id="2" pos="403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276150" y="1041693"/>
            <a:ext cx="6044246" cy="2913448"/>
          </a:xfrm>
          <a:prstGeom prst="rect">
            <a:avLst/>
          </a:prstGeom>
          <a:solidFill>
            <a:srgbClr val="F2F2F2"/>
          </a:solidFill>
          <a:ln w="2857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just"/>
            <a:r>
              <a:rPr lang="pt-BR" sz="1200" b="1" dirty="0">
                <a:solidFill>
                  <a:schemeClr val="tx1"/>
                </a:solidFill>
                <a:highlight>
                  <a:srgbClr val="FFFF00"/>
                </a:highlight>
              </a:rPr>
              <a:t>Definir:</a:t>
            </a:r>
          </a:p>
          <a:p>
            <a:pPr algn="just"/>
            <a:endParaRPr lang="pt-BR" sz="1200" b="1" dirty="0">
              <a:solidFill>
                <a:schemeClr val="tx1"/>
              </a:solidFill>
              <a:highlight>
                <a:srgbClr val="FFFF00"/>
              </a:highlight>
            </a:endParaRPr>
          </a:p>
          <a:p>
            <a:pPr algn="just"/>
            <a:r>
              <a:rPr lang="pt-BR" sz="1200" b="1" dirty="0">
                <a:solidFill>
                  <a:schemeClr val="tx1"/>
                </a:solidFill>
                <a:highlight>
                  <a:srgbClr val="FFFF00"/>
                </a:highlight>
              </a:rPr>
              <a:t>Contexto/escopo: </a:t>
            </a:r>
            <a:r>
              <a:rPr lang="pt-BR" sz="1200" dirty="0">
                <a:solidFill>
                  <a:schemeClr val="tx1"/>
                </a:solidFill>
              </a:rPr>
              <a:t>Deve conter o escopo do projeto, seus objetivos, metas e a equipe responsável pela condução das atividades. Fonte deve ser Arial, 7.</a:t>
            </a:r>
          </a:p>
          <a:p>
            <a:pPr algn="just"/>
            <a:r>
              <a:rPr lang="pt-BR" sz="1200" dirty="0">
                <a:solidFill>
                  <a:schemeClr val="tx1"/>
                </a:solidFill>
                <a:sym typeface="Calibri"/>
              </a:rPr>
              <a:t>Trabalhos aplicados que propõe melhorias em determinado processo ou produto podem ser submetidos e apresentados no formato do Relatório A3.</a:t>
            </a:r>
          </a:p>
          <a:p>
            <a:pPr algn="just"/>
            <a:r>
              <a:rPr lang="pt-BR" sz="1200" dirty="0">
                <a:solidFill>
                  <a:schemeClr val="tx1"/>
                </a:solidFill>
                <a:sym typeface="Calibri"/>
              </a:rPr>
              <a:t>O Relatório A3 é uma ferramenta utilizada para identificar problemas e propor soluções resumidas. O documento deve ser enxuto. Utilize somente uma página para todo o A3 incluindo figuras, gráficos e tabelas, seguindo orientações de formatação e layout neste documento.</a:t>
            </a:r>
          </a:p>
          <a:p>
            <a:pPr algn="just"/>
            <a:r>
              <a:rPr lang="pt-BR" sz="1200" dirty="0">
                <a:solidFill>
                  <a:schemeClr val="tx1"/>
                </a:solidFill>
                <a:sym typeface="Calibri"/>
              </a:rPr>
              <a:t>O A3 deverá seguir o modelo DMAIC, onde os tópicos Definir, e Medir devem estar na coluna esquerda do documento, e os tópicos Analisar, Implementar e Controlar devem estar na coluna direita do documento. O tamanho de cada tópico pode ser ajustado conforme a necessidade, porém a lateralidade deve ser respeitada.</a:t>
            </a:r>
          </a:p>
          <a:p>
            <a:pPr algn="ctr"/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276150" y="3955142"/>
            <a:ext cx="6044246" cy="5435328"/>
          </a:xfrm>
          <a:prstGeom prst="rect">
            <a:avLst/>
          </a:prstGeom>
          <a:solidFill>
            <a:srgbClr val="F2F2F2"/>
          </a:solidFill>
          <a:ln w="2857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just"/>
            <a:r>
              <a:rPr lang="pt-BR" sz="1200" b="1" dirty="0">
                <a:solidFill>
                  <a:schemeClr val="tx1"/>
                </a:solidFill>
                <a:highlight>
                  <a:srgbClr val="FFFF00"/>
                </a:highlight>
              </a:rPr>
              <a:t>Medir:</a:t>
            </a:r>
            <a:r>
              <a:rPr lang="pt-BR" sz="1200" b="1" dirty="0">
                <a:solidFill>
                  <a:schemeClr val="tx1"/>
                </a:solidFill>
              </a:rPr>
              <a:t>  </a:t>
            </a:r>
          </a:p>
          <a:p>
            <a:pPr algn="just"/>
            <a:r>
              <a:rPr lang="pt-BR" sz="1200" dirty="0">
                <a:solidFill>
                  <a:schemeClr val="tx1"/>
                </a:solidFill>
              </a:rPr>
              <a:t>Deve conter a descrição de coleta de dados, indicadores que contribuíram para medida do estado prévio ao projeto A3.</a:t>
            </a:r>
          </a:p>
          <a:p>
            <a:pPr algn="just"/>
            <a:r>
              <a:rPr lang="pt-BR" sz="1200" b="1" dirty="0">
                <a:solidFill>
                  <a:schemeClr val="tx1"/>
                </a:solidFill>
                <a:highlight>
                  <a:srgbClr val="FFFF00"/>
                </a:highlight>
              </a:rPr>
              <a:t>Tabelas, Figuras e gráficos: </a:t>
            </a:r>
            <a:r>
              <a:rPr lang="pt-BR" sz="1200" dirty="0">
                <a:solidFill>
                  <a:schemeClr val="tx1"/>
                </a:solidFill>
              </a:rPr>
              <a:t>Devem ser numerados em ordem sequencial em algarismos arábicos (01, 02, 03 etc.). O título das tabelas, figuras e gráficos devem ser inseridos acima deles e as fontes devem ser inseridas abaixo, ambos em Arial tamanho 10, centralizados, em negrito. Toda imagem, gráfico, figura, tabela ou qualquer elemento deve ser legível. Exemplo de tabela, se aplica também a gráficos e figuras:</a:t>
            </a:r>
          </a:p>
          <a:p>
            <a:pPr algn="just"/>
            <a:endParaRPr lang="pt-BR" sz="1200" dirty="0">
              <a:solidFill>
                <a:schemeClr val="tx1"/>
              </a:solidFill>
            </a:endParaRPr>
          </a:p>
          <a:p>
            <a:pPr algn="ctr"/>
            <a:r>
              <a:rPr lang="pt-BR" sz="1200" b="1" dirty="0">
                <a:solidFill>
                  <a:schemeClr val="tx1"/>
                </a:solidFill>
              </a:rPr>
              <a:t>Tabela 1. Relação das siglas</a:t>
            </a:r>
          </a:p>
          <a:p>
            <a:pPr algn="just"/>
            <a:endParaRPr lang="pt-BR" sz="1200" dirty="0">
              <a:solidFill>
                <a:schemeClr val="tx1"/>
              </a:solidFill>
            </a:endParaRPr>
          </a:p>
          <a:p>
            <a:pPr algn="just"/>
            <a:endParaRPr lang="pt-BR" sz="1200" dirty="0">
              <a:solidFill>
                <a:schemeClr val="tx1"/>
              </a:solidFill>
            </a:endParaRPr>
          </a:p>
          <a:p>
            <a:pPr algn="just"/>
            <a:endParaRPr lang="pt-BR" sz="1200" dirty="0">
              <a:solidFill>
                <a:schemeClr val="tx1"/>
              </a:solidFill>
            </a:endParaRPr>
          </a:p>
          <a:p>
            <a:pPr algn="just"/>
            <a:endParaRPr lang="pt-BR" sz="1200" dirty="0">
              <a:solidFill>
                <a:schemeClr val="tx1"/>
              </a:solidFill>
            </a:endParaRPr>
          </a:p>
          <a:p>
            <a:pPr algn="ctr"/>
            <a:endParaRPr lang="pt-BR" sz="1200" b="1" dirty="0">
              <a:solidFill>
                <a:schemeClr val="tx1"/>
              </a:solidFill>
            </a:endParaRPr>
          </a:p>
          <a:p>
            <a:pPr algn="ctr"/>
            <a:r>
              <a:rPr lang="pt-BR" sz="1200" b="1" dirty="0">
                <a:solidFill>
                  <a:schemeClr val="tx1"/>
                </a:solidFill>
              </a:rPr>
              <a:t>Fonte: Autor, ano.</a:t>
            </a:r>
          </a:p>
        </p:txBody>
      </p:sp>
      <p:sp>
        <p:nvSpPr>
          <p:cNvPr id="92" name="Google Shape;92;p1"/>
          <p:cNvSpPr/>
          <p:nvPr/>
        </p:nvSpPr>
        <p:spPr>
          <a:xfrm>
            <a:off x="6410158" y="210730"/>
            <a:ext cx="6173997" cy="4058640"/>
          </a:xfrm>
          <a:prstGeom prst="rect">
            <a:avLst/>
          </a:prstGeom>
          <a:solidFill>
            <a:srgbClr val="F2F2F2"/>
          </a:solidFill>
          <a:ln w="2857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sz="1200" b="1" dirty="0">
                <a:solidFill>
                  <a:schemeClr val="tx1"/>
                </a:solidFill>
                <a:highlight>
                  <a:srgbClr val="FFFF00"/>
                </a:highlight>
              </a:rPr>
              <a:t>Analisar:</a:t>
            </a:r>
          </a:p>
          <a:p>
            <a:pPr algn="just"/>
            <a:r>
              <a:rPr lang="pt-BR" sz="1200" dirty="0">
                <a:solidFill>
                  <a:schemeClr val="tx1"/>
                </a:solidFill>
              </a:rPr>
              <a:t>Deve conter a metodologia e as ferramentas utilizadas para entendimento da causa raiz do estado prévio ao projeto A3.</a:t>
            </a:r>
          </a:p>
        </p:txBody>
      </p:sp>
      <p:sp>
        <p:nvSpPr>
          <p:cNvPr id="93" name="Google Shape;93;p1"/>
          <p:cNvSpPr/>
          <p:nvPr/>
        </p:nvSpPr>
        <p:spPr>
          <a:xfrm>
            <a:off x="6410158" y="4269370"/>
            <a:ext cx="6164638" cy="2400517"/>
          </a:xfrm>
          <a:prstGeom prst="rect">
            <a:avLst/>
          </a:prstGeom>
          <a:solidFill>
            <a:srgbClr val="F2F2F2"/>
          </a:solidFill>
          <a:ln w="2857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just"/>
            <a:r>
              <a:rPr lang="pt-BR" sz="1200" b="1" dirty="0">
                <a:solidFill>
                  <a:schemeClr val="tx1"/>
                </a:solidFill>
                <a:highlight>
                  <a:srgbClr val="FFFF00"/>
                </a:highlight>
              </a:rPr>
              <a:t>Implementar</a:t>
            </a:r>
            <a:r>
              <a:rPr lang="pt-BR" sz="1200" b="1" dirty="0">
                <a:solidFill>
                  <a:schemeClr val="tx1"/>
                </a:solidFill>
              </a:rPr>
              <a:t>:</a:t>
            </a:r>
          </a:p>
          <a:p>
            <a:pPr algn="just"/>
            <a:r>
              <a:rPr lang="pt-BR" sz="1200" dirty="0">
                <a:solidFill>
                  <a:schemeClr val="tx1"/>
                </a:solidFill>
              </a:rPr>
              <a:t>Deve conter as ações utilizadas para eliminar a raiz do problema, possibilitando a melhoria, o plano de implementação de forma resumida.</a:t>
            </a:r>
          </a:p>
          <a:p>
            <a:pPr algn="just"/>
            <a:r>
              <a:rPr lang="pt-BR" sz="1200" dirty="0">
                <a:solidFill>
                  <a:schemeClr val="tx1"/>
                </a:solidFill>
              </a:rPr>
              <a:t>Plano de ação / Principais entregas (o que? Quem? Quando? Status da ação):</a:t>
            </a:r>
          </a:p>
        </p:txBody>
      </p:sp>
      <p:sp>
        <p:nvSpPr>
          <p:cNvPr id="94" name="Google Shape;94;p1"/>
          <p:cNvSpPr/>
          <p:nvPr/>
        </p:nvSpPr>
        <p:spPr>
          <a:xfrm>
            <a:off x="6410158" y="6669887"/>
            <a:ext cx="6164638" cy="1785419"/>
          </a:xfrm>
          <a:prstGeom prst="rect">
            <a:avLst/>
          </a:prstGeom>
          <a:solidFill>
            <a:srgbClr val="F2F2F2"/>
          </a:solidFill>
          <a:ln w="2857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pt-BR" sz="1200" b="1" dirty="0">
                <a:solidFill>
                  <a:schemeClr val="tx1"/>
                </a:solidFill>
                <a:highlight>
                  <a:srgbClr val="FFFF00"/>
                </a:highlight>
              </a:rPr>
              <a:t>Controlar: </a:t>
            </a:r>
          </a:p>
          <a:p>
            <a:r>
              <a:rPr lang="pt-BR" sz="1200" b="1" dirty="0">
                <a:solidFill>
                  <a:schemeClr val="tx1"/>
                </a:solidFill>
              </a:rPr>
              <a:t>Se houver referências, elas também devem ser colocadas aqui.</a:t>
            </a:r>
          </a:p>
        </p:txBody>
      </p:sp>
      <p:sp>
        <p:nvSpPr>
          <p:cNvPr id="95" name="Google Shape;95;p1"/>
          <p:cNvSpPr txBox="1"/>
          <p:nvPr/>
        </p:nvSpPr>
        <p:spPr>
          <a:xfrm>
            <a:off x="1119703" y="210730"/>
            <a:ext cx="377578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pt-BR" sz="1600" b="1" dirty="0">
                <a:solidFill>
                  <a:srgbClr val="2F5496"/>
                </a:solidFill>
              </a:rPr>
              <a:t>TÍTULO, Arial, 16, centralizado</a:t>
            </a:r>
            <a:endParaRPr sz="1600" dirty="0">
              <a:solidFill>
                <a:srgbClr val="2F549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95;p1">
            <a:extLst>
              <a:ext uri="{FF2B5EF4-FFF2-40B4-BE49-F238E27FC236}">
                <a16:creationId xmlns:a16="http://schemas.microsoft.com/office/drawing/2014/main" id="{DD3E6114-CFAC-923B-2692-C93FE29AA23C}"/>
              </a:ext>
            </a:extLst>
          </p:cNvPr>
          <p:cNvSpPr txBox="1"/>
          <p:nvPr/>
        </p:nvSpPr>
        <p:spPr>
          <a:xfrm>
            <a:off x="284709" y="524908"/>
            <a:ext cx="546893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pt-BR" sz="1200" dirty="0">
                <a:solidFill>
                  <a:srgbClr val="2F5496"/>
                </a:solidFill>
              </a:rPr>
              <a:t>Autores: Nome completo, afiliação, e-mail; Máximo 4 autores; separados por ponto e vírgula (;). Tamanho 12, regular, justificado.</a:t>
            </a:r>
            <a:endParaRPr sz="1200" dirty="0">
              <a:solidFill>
                <a:srgbClr val="2F549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" name="Tabela 16">
            <a:extLst>
              <a:ext uri="{FF2B5EF4-FFF2-40B4-BE49-F238E27FC236}">
                <a16:creationId xmlns:a16="http://schemas.microsoft.com/office/drawing/2014/main" id="{B3D9A274-B178-B58C-2FCF-CA6BDEAA9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048402"/>
              </p:ext>
            </p:extLst>
          </p:nvPr>
        </p:nvGraphicFramePr>
        <p:xfrm>
          <a:off x="843363" y="6082139"/>
          <a:ext cx="4909820" cy="82931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549165100"/>
                    </a:ext>
                  </a:extLst>
                </a:gridCol>
                <a:gridCol w="3964940">
                  <a:extLst>
                    <a:ext uri="{9D8B030D-6E8A-4147-A177-3AD203B41FA5}">
                      <a16:colId xmlns:a16="http://schemas.microsoft.com/office/drawing/2014/main" val="3444515714"/>
                    </a:ext>
                  </a:extLst>
                </a:gridCol>
              </a:tblGrid>
              <a:tr h="276860">
                <a:tc>
                  <a:txBody>
                    <a:bodyPr/>
                    <a:lstStyle/>
                    <a:p>
                      <a:pPr marL="48260">
                        <a:buNone/>
                      </a:pPr>
                      <a:r>
                        <a:rPr lang="pt-PT" sz="1000" b="0" spc="-10">
                          <a:effectLst/>
                        </a:rPr>
                        <a:t>Siglas</a:t>
                      </a:r>
                      <a:endParaRPr lang="pt-BR" sz="900" b="0">
                        <a:effectLst/>
                        <a:latin typeface="+mj-lt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37515">
                        <a:buNone/>
                      </a:pPr>
                      <a:r>
                        <a:rPr lang="pt-PT" sz="1000" b="0" spc="-10">
                          <a:effectLst/>
                        </a:rPr>
                        <a:t>Órgão</a:t>
                      </a:r>
                      <a:endParaRPr lang="pt-BR" sz="900" b="0">
                        <a:effectLst/>
                        <a:latin typeface="+mj-lt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1624837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48260">
                        <a:buNone/>
                      </a:pPr>
                      <a:r>
                        <a:rPr lang="pt-PT" sz="1000" b="0" spc="-10">
                          <a:effectLst/>
                        </a:rPr>
                        <a:t>Aneel</a:t>
                      </a:r>
                      <a:endParaRPr lang="pt-BR" sz="900" b="0">
                        <a:effectLst/>
                        <a:latin typeface="+mj-lt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37515">
                        <a:buNone/>
                      </a:pPr>
                      <a:r>
                        <a:rPr lang="pt-PT" sz="1000" b="0">
                          <a:effectLst/>
                        </a:rPr>
                        <a:t>Agência</a:t>
                      </a:r>
                      <a:r>
                        <a:rPr lang="pt-PT" sz="1000" b="0" spc="-25">
                          <a:effectLst/>
                        </a:rPr>
                        <a:t> </a:t>
                      </a:r>
                      <a:r>
                        <a:rPr lang="pt-PT" sz="1000" b="0">
                          <a:effectLst/>
                        </a:rPr>
                        <a:t>Nacional</a:t>
                      </a:r>
                      <a:r>
                        <a:rPr lang="pt-PT" sz="1000" b="0" spc="-20">
                          <a:effectLst/>
                        </a:rPr>
                        <a:t> </a:t>
                      </a:r>
                      <a:r>
                        <a:rPr lang="pt-PT" sz="1000" b="0">
                          <a:effectLst/>
                        </a:rPr>
                        <a:t>de</a:t>
                      </a:r>
                      <a:r>
                        <a:rPr lang="pt-PT" sz="1000" b="0" spc="-20">
                          <a:effectLst/>
                        </a:rPr>
                        <a:t> </a:t>
                      </a:r>
                      <a:r>
                        <a:rPr lang="pt-PT" sz="1000" b="0">
                          <a:effectLst/>
                        </a:rPr>
                        <a:t>Energia</a:t>
                      </a:r>
                      <a:r>
                        <a:rPr lang="pt-PT" sz="1000" b="0" spc="-25">
                          <a:effectLst/>
                        </a:rPr>
                        <a:t> </a:t>
                      </a:r>
                      <a:r>
                        <a:rPr lang="pt-PT" sz="1000" b="0" spc="-10">
                          <a:effectLst/>
                        </a:rPr>
                        <a:t>Elétrica</a:t>
                      </a:r>
                      <a:endParaRPr lang="pt-BR" sz="900" b="0">
                        <a:effectLst/>
                        <a:latin typeface="+mj-lt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227204135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48260">
                        <a:spcBef>
                          <a:spcPts val="380"/>
                        </a:spcBef>
                        <a:buNone/>
                      </a:pPr>
                      <a:r>
                        <a:rPr lang="pt-PT" sz="1000" b="0" spc="-10">
                          <a:effectLst/>
                        </a:rPr>
                        <a:t>Anvisa</a:t>
                      </a:r>
                      <a:endParaRPr lang="pt-BR" sz="900" b="0">
                        <a:effectLst/>
                        <a:latin typeface="+mj-lt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37515">
                        <a:spcBef>
                          <a:spcPts val="380"/>
                        </a:spcBef>
                        <a:buNone/>
                      </a:pPr>
                      <a:r>
                        <a:rPr lang="pt-PT" sz="1000" b="0" dirty="0">
                          <a:effectLst/>
                        </a:rPr>
                        <a:t>Agência</a:t>
                      </a:r>
                      <a:r>
                        <a:rPr lang="pt-PT" sz="1000" b="0" spc="-30" dirty="0">
                          <a:effectLst/>
                        </a:rPr>
                        <a:t> </a:t>
                      </a:r>
                      <a:r>
                        <a:rPr lang="pt-PT" sz="1000" b="0" dirty="0">
                          <a:effectLst/>
                        </a:rPr>
                        <a:t>Nacional</a:t>
                      </a:r>
                      <a:r>
                        <a:rPr lang="pt-PT" sz="1000" b="0" spc="-30" dirty="0">
                          <a:effectLst/>
                        </a:rPr>
                        <a:t> </a:t>
                      </a:r>
                      <a:r>
                        <a:rPr lang="pt-PT" sz="1000" b="0" dirty="0">
                          <a:effectLst/>
                        </a:rPr>
                        <a:t>de</a:t>
                      </a:r>
                      <a:r>
                        <a:rPr lang="pt-PT" sz="1000" b="0" spc="-30" dirty="0">
                          <a:effectLst/>
                        </a:rPr>
                        <a:t> </a:t>
                      </a:r>
                      <a:r>
                        <a:rPr lang="pt-PT" sz="1000" b="0" dirty="0">
                          <a:effectLst/>
                        </a:rPr>
                        <a:t>Vigilância</a:t>
                      </a:r>
                      <a:r>
                        <a:rPr lang="pt-PT" sz="1000" b="0" spc="-25" dirty="0">
                          <a:effectLst/>
                        </a:rPr>
                        <a:t> </a:t>
                      </a:r>
                      <a:r>
                        <a:rPr lang="pt-PT" sz="1000" b="0" spc="-10" dirty="0">
                          <a:effectLst/>
                        </a:rPr>
                        <a:t>Sanitária</a:t>
                      </a:r>
                      <a:endParaRPr lang="pt-BR" sz="900" b="0" dirty="0">
                        <a:effectLst/>
                        <a:latin typeface="+mj-lt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73959307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8a1ef6c3-8324-4103-bf4a-1328c5dc3653}" enabled="0" method="" siteId="{8a1ef6c3-8324-4103-bf4a-1328c5dc365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749</TotalTime>
  <Words>400</Words>
  <Application>Microsoft Office PowerPoint</Application>
  <PresentationFormat>Papel A3 (297 x 420 mm)</PresentationFormat>
  <Paragraphs>32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 Enrich</dc:creator>
  <cp:lastModifiedBy>LUIZ EDUARDO DE MORAIS RODRIGUES</cp:lastModifiedBy>
  <cp:revision>12</cp:revision>
  <dcterms:created xsi:type="dcterms:W3CDTF">2022-12-15T11:03:22Z</dcterms:created>
  <dcterms:modified xsi:type="dcterms:W3CDTF">2026-05-05T20:53:50Z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0x010100908FDF0882031D4F8C9FB6B328DCFAD3</vt:lpwstr>
  </property>
  <property fmtid="{D5CDD505-2E9C-101B-9397-08002B2CF9AE}" pid="3" name="MediaServiceImageTags">
    <vt:lpwstr/>
  </property>
</Properties>
</file>